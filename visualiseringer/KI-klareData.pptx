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60" r:id="rId7"/>
    <p:sldId id="258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326"/>
    <a:srgbClr val="E04002"/>
    <a:srgbClr val="FD6326"/>
    <a:srgbClr val="E00002"/>
    <a:srgbClr val="FF911C"/>
    <a:srgbClr val="FF9102"/>
    <a:srgbClr val="049ECD"/>
    <a:srgbClr val="047FA4"/>
    <a:srgbClr val="BA218B"/>
    <a:srgbClr val="B91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C4E4C-059A-5948-BDBD-8A4CE97302E6}" v="1090" dt="2026-05-08T08:31:20.3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8825" autoAdjust="0"/>
    <p:restoredTop sz="86489"/>
  </p:normalViewPr>
  <p:slideViewPr>
    <p:cSldViewPr snapToGrid="0" showGuides="1">
      <p:cViewPr varScale="1">
        <p:scale>
          <a:sx n="115" d="100"/>
          <a:sy n="115" d="100"/>
        </p:scale>
        <p:origin x="240" y="6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ir Kristian Hansen" userId="2bc69d99-b6de-44dd-9246-e13bcff1bc73" providerId="ADAL" clId="{0CC384CB-8D40-5799-893E-827177588771}"/>
    <pc:docChg chg="undo custSel addSld delSld modSld">
      <pc:chgData name="Geir Kristian Hansen" userId="2bc69d99-b6de-44dd-9246-e13bcff1bc73" providerId="ADAL" clId="{0CC384CB-8D40-5799-893E-827177588771}" dt="2026-05-08T08:31:20.398" v="1664" actId="20577"/>
      <pc:docMkLst>
        <pc:docMk/>
      </pc:docMkLst>
      <pc:sldChg chg="modSp mod">
        <pc:chgData name="Geir Kristian Hansen" userId="2bc69d99-b6de-44dd-9246-e13bcff1bc73" providerId="ADAL" clId="{0CC384CB-8D40-5799-893E-827177588771}" dt="2026-05-07T06:23:31.253" v="174" actId="20577"/>
        <pc:sldMkLst>
          <pc:docMk/>
          <pc:sldMk cId="1217936737" sldId="256"/>
        </pc:sldMkLst>
        <pc:spChg chg="mod">
          <ac:chgData name="Geir Kristian Hansen" userId="2bc69d99-b6de-44dd-9246-e13bcff1bc73" providerId="ADAL" clId="{0CC384CB-8D40-5799-893E-827177588771}" dt="2026-05-07T06:23:31.253" v="174" actId="20577"/>
          <ac:spMkLst>
            <pc:docMk/>
            <pc:sldMk cId="1217936737" sldId="256"/>
            <ac:spMk id="4" creationId="{822F3722-84EB-DA75-8CC8-5EDA6934781E}"/>
          </ac:spMkLst>
        </pc:spChg>
      </pc:sldChg>
      <pc:sldChg chg="modSp mod">
        <pc:chgData name="Geir Kristian Hansen" userId="2bc69d99-b6de-44dd-9246-e13bcff1bc73" providerId="ADAL" clId="{0CC384CB-8D40-5799-893E-827177588771}" dt="2026-05-08T06:01:06.478" v="1582" actId="20577"/>
        <pc:sldMkLst>
          <pc:docMk/>
          <pc:sldMk cId="3094966101" sldId="257"/>
        </pc:sldMkLst>
        <pc:spChg chg="mod">
          <ac:chgData name="Geir Kristian Hansen" userId="2bc69d99-b6de-44dd-9246-e13bcff1bc73" providerId="ADAL" clId="{0CC384CB-8D40-5799-893E-827177588771}" dt="2026-05-08T05:58:02.399" v="1505" actId="20577"/>
          <ac:spMkLst>
            <pc:docMk/>
            <pc:sldMk cId="3094966101" sldId="257"/>
            <ac:spMk id="5" creationId="{06DAA008-E1A0-0286-1ADB-AEFB203551FE}"/>
          </ac:spMkLst>
        </pc:spChg>
        <pc:spChg chg="mod">
          <ac:chgData name="Geir Kristian Hansen" userId="2bc69d99-b6de-44dd-9246-e13bcff1bc73" providerId="ADAL" clId="{0CC384CB-8D40-5799-893E-827177588771}" dt="2026-05-08T06:01:06.478" v="1582" actId="20577"/>
          <ac:spMkLst>
            <pc:docMk/>
            <pc:sldMk cId="3094966101" sldId="257"/>
            <ac:spMk id="6" creationId="{6A893604-4E0B-8FB1-174E-6347E30180ED}"/>
          </ac:spMkLst>
        </pc:spChg>
      </pc:sldChg>
      <pc:sldChg chg="modSp mod">
        <pc:chgData name="Geir Kristian Hansen" userId="2bc69d99-b6de-44dd-9246-e13bcff1bc73" providerId="ADAL" clId="{0CC384CB-8D40-5799-893E-827177588771}" dt="2026-05-08T08:31:20.398" v="1664" actId="20577"/>
        <pc:sldMkLst>
          <pc:docMk/>
          <pc:sldMk cId="2587283886" sldId="258"/>
        </pc:sldMkLst>
        <pc:spChg chg="mod">
          <ac:chgData name="Geir Kristian Hansen" userId="2bc69d99-b6de-44dd-9246-e13bcff1bc73" providerId="ADAL" clId="{0CC384CB-8D40-5799-893E-827177588771}" dt="2026-05-08T08:31:20.398" v="1664" actId="20577"/>
          <ac:spMkLst>
            <pc:docMk/>
            <pc:sldMk cId="2587283886" sldId="258"/>
            <ac:spMk id="3" creationId="{B9B3226D-67DF-66D5-A722-B4A5F1758D95}"/>
          </ac:spMkLst>
        </pc:spChg>
      </pc:sldChg>
      <pc:sldChg chg="modSp del mod">
        <pc:chgData name="Geir Kristian Hansen" userId="2bc69d99-b6de-44dd-9246-e13bcff1bc73" providerId="ADAL" clId="{0CC384CB-8D40-5799-893E-827177588771}" dt="2026-05-07T09:44:35.956" v="588" actId="2696"/>
        <pc:sldMkLst>
          <pc:docMk/>
          <pc:sldMk cId="1994431315" sldId="259"/>
        </pc:sldMkLst>
        <pc:spChg chg="mod">
          <ac:chgData name="Geir Kristian Hansen" userId="2bc69d99-b6de-44dd-9246-e13bcff1bc73" providerId="ADAL" clId="{0CC384CB-8D40-5799-893E-827177588771}" dt="2026-05-07T06:51:49.648" v="475" actId="20577"/>
          <ac:spMkLst>
            <pc:docMk/>
            <pc:sldMk cId="1994431315" sldId="259"/>
            <ac:spMk id="3" creationId="{C23F8124-BF29-B605-0B63-3B1B8B21068F}"/>
          </ac:spMkLst>
        </pc:spChg>
      </pc:sldChg>
      <pc:sldChg chg="modSp mod">
        <pc:chgData name="Geir Kristian Hansen" userId="2bc69d99-b6de-44dd-9246-e13bcff1bc73" providerId="ADAL" clId="{0CC384CB-8D40-5799-893E-827177588771}" dt="2026-05-08T08:29:17.807" v="1658" actId="403"/>
        <pc:sldMkLst>
          <pc:docMk/>
          <pc:sldMk cId="3094966101" sldId="260"/>
        </pc:sldMkLst>
        <pc:spChg chg="mod">
          <ac:chgData name="Geir Kristian Hansen" userId="2bc69d99-b6de-44dd-9246-e13bcff1bc73" providerId="ADAL" clId="{0CC384CB-8D40-5799-893E-827177588771}" dt="2026-05-08T08:29:17.807" v="1658" actId="403"/>
          <ac:spMkLst>
            <pc:docMk/>
            <pc:sldMk cId="3094966101" sldId="260"/>
            <ac:spMk id="6" creationId="{6A893604-4E0B-8FB1-174E-6347E30180ED}"/>
          </ac:spMkLst>
        </pc:spChg>
      </pc:sldChg>
      <pc:sldChg chg="modSp new mod">
        <pc:chgData name="Geir Kristian Hansen" userId="2bc69d99-b6de-44dd-9246-e13bcff1bc73" providerId="ADAL" clId="{0CC384CB-8D40-5799-893E-827177588771}" dt="2026-05-07T09:44:14.353" v="578" actId="20577"/>
        <pc:sldMkLst>
          <pc:docMk/>
          <pc:sldMk cId="2887103995" sldId="261"/>
        </pc:sldMkLst>
        <pc:spChg chg="mod">
          <ac:chgData name="Geir Kristian Hansen" userId="2bc69d99-b6de-44dd-9246-e13bcff1bc73" providerId="ADAL" clId="{0CC384CB-8D40-5799-893E-827177588771}" dt="2026-05-07T09:42:50.141" v="577" actId="20577"/>
          <ac:spMkLst>
            <pc:docMk/>
            <pc:sldMk cId="2887103995" sldId="261"/>
            <ac:spMk id="2" creationId="{3C0A3475-3D40-C366-5454-284F12C44243}"/>
          </ac:spMkLst>
        </pc:spChg>
        <pc:spChg chg="mod">
          <ac:chgData name="Geir Kristian Hansen" userId="2bc69d99-b6de-44dd-9246-e13bcff1bc73" providerId="ADAL" clId="{0CC384CB-8D40-5799-893E-827177588771}" dt="2026-05-07T09:44:14.353" v="578" actId="20577"/>
          <ac:spMkLst>
            <pc:docMk/>
            <pc:sldMk cId="2887103995" sldId="261"/>
            <ac:spMk id="3" creationId="{26C451BB-E436-4BD9-118F-FAE4C19A9D2A}"/>
          </ac:spMkLst>
        </pc:spChg>
      </pc:sldChg>
      <pc:sldChg chg="modSp add modNotes">
        <pc:chgData name="Geir Kristian Hansen" userId="2bc69d99-b6de-44dd-9246-e13bcff1bc73" providerId="ADAL" clId="{0CC384CB-8D40-5799-893E-827177588771}" dt="2026-05-07T10:06:31.964" v="885" actId="20577"/>
        <pc:sldMkLst>
          <pc:docMk/>
          <pc:sldMk cId="1225242163" sldId="262"/>
        </pc:sldMkLst>
        <pc:spChg chg="mod">
          <ac:chgData name="Geir Kristian Hansen" userId="2bc69d99-b6de-44dd-9246-e13bcff1bc73" providerId="ADAL" clId="{0CC384CB-8D40-5799-893E-827177588771}" dt="2026-05-07T09:45:02.365" v="590" actId="27636"/>
          <ac:spMkLst>
            <pc:docMk/>
            <pc:sldMk cId="1225242163" sldId="262"/>
            <ac:spMk id="2" creationId="{3DEE9A4A-0021-CE2E-7454-86F563EEE900}"/>
          </ac:spMkLst>
        </pc:spChg>
        <pc:spChg chg="mod">
          <ac:chgData name="Geir Kristian Hansen" userId="2bc69d99-b6de-44dd-9246-e13bcff1bc73" providerId="ADAL" clId="{0CC384CB-8D40-5799-893E-827177588771}" dt="2026-05-07T10:06:31.964" v="885" actId="20577"/>
          <ac:spMkLst>
            <pc:docMk/>
            <pc:sldMk cId="1225242163" sldId="262"/>
            <ac:spMk id="3" creationId="{4BE2B7D3-A24A-A637-F887-1923A0FA5273}"/>
          </ac:spMkLst>
        </pc:spChg>
      </pc:sldChg>
      <pc:sldChg chg="modSp add modNotes">
        <pc:chgData name="Geir Kristian Hansen" userId="2bc69d99-b6de-44dd-9246-e13bcff1bc73" providerId="ADAL" clId="{0CC384CB-8D40-5799-893E-827177588771}" dt="2026-05-07T10:09:26.677" v="1104" actId="20577"/>
        <pc:sldMkLst>
          <pc:docMk/>
          <pc:sldMk cId="2118656182" sldId="263"/>
        </pc:sldMkLst>
        <pc:spChg chg="mod">
          <ac:chgData name="Geir Kristian Hansen" userId="2bc69d99-b6de-44dd-9246-e13bcff1bc73" providerId="ADAL" clId="{0CC384CB-8D40-5799-893E-827177588771}" dt="2026-05-07T10:06:47.699" v="889" actId="20577"/>
          <ac:spMkLst>
            <pc:docMk/>
            <pc:sldMk cId="2118656182" sldId="263"/>
            <ac:spMk id="2" creationId="{E161A6C1-EC3D-87F5-20BF-A487DA39E6ED}"/>
          </ac:spMkLst>
        </pc:spChg>
        <pc:spChg chg="mod">
          <ac:chgData name="Geir Kristian Hansen" userId="2bc69d99-b6de-44dd-9246-e13bcff1bc73" providerId="ADAL" clId="{0CC384CB-8D40-5799-893E-827177588771}" dt="2026-05-07T10:09:26.677" v="1104" actId="20577"/>
          <ac:spMkLst>
            <pc:docMk/>
            <pc:sldMk cId="2118656182" sldId="263"/>
            <ac:spMk id="3" creationId="{D0505DDE-D914-DA85-1D68-ADDAA9ADA28D}"/>
          </ac:spMkLst>
        </pc:spChg>
      </pc:sldChg>
      <pc:sldChg chg="modSp add modNotes">
        <pc:chgData name="Geir Kristian Hansen" userId="2bc69d99-b6de-44dd-9246-e13bcff1bc73" providerId="ADAL" clId="{0CC384CB-8D40-5799-893E-827177588771}" dt="2026-05-07T10:11:03.397" v="1282" actId="20577"/>
        <pc:sldMkLst>
          <pc:docMk/>
          <pc:sldMk cId="990585806" sldId="264"/>
        </pc:sldMkLst>
        <pc:spChg chg="mod">
          <ac:chgData name="Geir Kristian Hansen" userId="2bc69d99-b6de-44dd-9246-e13bcff1bc73" providerId="ADAL" clId="{0CC384CB-8D40-5799-893E-827177588771}" dt="2026-05-07T09:44:24.327" v="585" actId="27636"/>
          <ac:spMkLst>
            <pc:docMk/>
            <pc:sldMk cId="990585806" sldId="264"/>
            <ac:spMk id="2" creationId="{985E60F3-4A03-02C6-E83D-BABF4431E424}"/>
          </ac:spMkLst>
        </pc:spChg>
        <pc:spChg chg="mod">
          <ac:chgData name="Geir Kristian Hansen" userId="2bc69d99-b6de-44dd-9246-e13bcff1bc73" providerId="ADAL" clId="{0CC384CB-8D40-5799-893E-827177588771}" dt="2026-05-07T10:11:03.397" v="1282" actId="20577"/>
          <ac:spMkLst>
            <pc:docMk/>
            <pc:sldMk cId="990585806" sldId="264"/>
            <ac:spMk id="3" creationId="{416CBB33-A7AC-5AB0-A61A-440A23F2F321}"/>
          </ac:spMkLst>
        </pc:spChg>
      </pc:sldChg>
      <pc:sldChg chg="modSp add modNotes">
        <pc:chgData name="Geir Kristian Hansen" userId="2bc69d99-b6de-44dd-9246-e13bcff1bc73" providerId="ADAL" clId="{0CC384CB-8D40-5799-893E-827177588771}" dt="2026-05-07T10:14:01.855" v="1480" actId="20577"/>
        <pc:sldMkLst>
          <pc:docMk/>
          <pc:sldMk cId="4230250356" sldId="265"/>
        </pc:sldMkLst>
        <pc:spChg chg="mod">
          <ac:chgData name="Geir Kristian Hansen" userId="2bc69d99-b6de-44dd-9246-e13bcff1bc73" providerId="ADAL" clId="{0CC384CB-8D40-5799-893E-827177588771}" dt="2026-05-07T10:11:46.544" v="1285" actId="20577"/>
          <ac:spMkLst>
            <pc:docMk/>
            <pc:sldMk cId="4230250356" sldId="265"/>
            <ac:spMk id="2" creationId="{87CA3D26-88E5-9690-3710-7EAD581A7917}"/>
          </ac:spMkLst>
        </pc:spChg>
        <pc:spChg chg="mod">
          <ac:chgData name="Geir Kristian Hansen" userId="2bc69d99-b6de-44dd-9246-e13bcff1bc73" providerId="ADAL" clId="{0CC384CB-8D40-5799-893E-827177588771}" dt="2026-05-07T10:14:01.855" v="1480" actId="20577"/>
          <ac:spMkLst>
            <pc:docMk/>
            <pc:sldMk cId="4230250356" sldId="265"/>
            <ac:spMk id="3" creationId="{7388D799-0277-DD16-5DB0-9BDB2FF0E5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B89-3ED6-BA48-8C18-5986538B881E}" type="datetimeFigureOut">
              <a:rPr lang="nb-NO" smtClean="0"/>
              <a:t>05.05.2026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9993-DBB6-024A-9B4C-46A2DD21F3A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9463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75535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3680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52046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6713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4934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8379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219993-DBB6-024A-9B4C-46A2DD21F3A5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191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DC969169-90CA-C642-D2A3-D4EF78CE2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6794" y="621653"/>
            <a:ext cx="3079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7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8" descr="Et bilde som inneholder tekst, Font, Grafikk, skjermbilde  Automatisk generert beskrivelse">
            <a:extLst>
              <a:ext uri="{FF2B5EF4-FFF2-40B4-BE49-F238E27FC236}">
                <a16:creationId xmlns:a16="http://schemas.microsoft.com/office/drawing/2014/main" id="{8A6BD20E-C579-09E4-083E-63F1E1E8A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5321" y="899833"/>
            <a:ext cx="3110817" cy="5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loggoblå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bl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7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C6D-9AA3-ECC5-BE51-257DC63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00175"/>
            <a:ext cx="8642350" cy="133191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C91581-FE29-F032-CCCD-7C6348DBF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2411307"/>
            <a:ext cx="8640763" cy="3897418"/>
          </a:xfrm>
        </p:spPr>
        <p:txBody>
          <a:bodyPr/>
          <a:lstStyle>
            <a:lvl1pPr marL="358775" indent="-358775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630000" indent="-268288">
              <a:tabLst/>
              <a:defRPr>
                <a:solidFill>
                  <a:schemeClr val="bg1"/>
                </a:solidFill>
              </a:defRPr>
            </a:lvl2pPr>
            <a:lvl3pPr marL="809625" indent="-180000">
              <a:tabLst/>
              <a:defRPr>
                <a:solidFill>
                  <a:schemeClr val="bg1"/>
                </a:solidFill>
              </a:defRPr>
            </a:lvl3pPr>
            <a:lvl4pPr marL="990000" indent="-219075">
              <a:tabLst/>
              <a:defRPr>
                <a:solidFill>
                  <a:schemeClr val="bg1"/>
                </a:solidFill>
              </a:defRPr>
            </a:lvl4pPr>
            <a:lvl5pPr marL="1150938" indent="-17145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D46BA44-B440-B0C0-1AC8-DC4C8D44DF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5B06F-5D80-114F-9B38-484F4E16F0D6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CFF1E00-5554-050E-B64A-2E3595FEBE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530460A-A795-D6BC-3981-1863D774B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4435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41C96E-2BF6-AF6C-0EF5-CAF5C8D5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37C34B-6364-16E2-9BAA-2E5306EE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E22738-BBB1-88C1-8BB8-5783710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71668-A7BC-5A45-89C3-825413BD1F56}" type="datetime1">
              <a:rPr lang="nb-NO" smtClean="0"/>
              <a:t>05.05.2026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E62E1-B28E-C63B-E538-B35DE229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B1AE72-5249-ACBA-C070-ABBF2FA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059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8086" y="1952625"/>
            <a:ext cx="5388588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67A3-CA73-F14C-AA34-FC4FBAC4E753}" type="datetime1">
              <a:rPr lang="nb-NO" smtClean="0"/>
              <a:t>05.05.2026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3BE26CA4-BA98-4DD0-885C-3F64413B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471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EBD3AE-2C7F-0498-08B2-B1BA038B5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063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25785"/>
            <a:ext cx="5400675" cy="3582939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8086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086" y="2725783"/>
            <a:ext cx="5388587" cy="3582939"/>
          </a:xfrm>
        </p:spPr>
        <p:txBody>
          <a:bodyPr rIns="36000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BD188C6-C475-EEBB-19DD-1E7E57D4E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13F20-F216-974D-9AFC-AE3F62853751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12" name="Plassholder for bunntekst 11">
            <a:extLst>
              <a:ext uri="{FF2B5EF4-FFF2-40B4-BE49-F238E27FC236}">
                <a16:creationId xmlns:a16="http://schemas.microsoft.com/office/drawing/2014/main" id="{8B686F46-7932-9981-47F3-786BC2BA5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DC554CA7-09B4-83A3-E57E-5EA3B1CA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C27FCCD-9AA0-D4E6-92AB-AA7FC23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924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1952626"/>
            <a:ext cx="360203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2F6EA-3AD4-B992-0E79-28A87C8644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09446" y="1952626"/>
            <a:ext cx="358519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8860" y="1952626"/>
            <a:ext cx="359781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D462-C7BE-3C4A-A1C5-82F71756E724}" type="datetime1">
              <a:rPr lang="nb-NO" smtClean="0"/>
              <a:t>05.05.2026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C23E695F-0ABB-E096-637C-2ECCB48B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928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9007-EE6A-CEE5-F2FA-FE9335F6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4"/>
            <a:ext cx="3607541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682240"/>
            <a:ext cx="3607541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EAB28-73FB-15AD-8FFA-850775457B5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14016" y="1952624"/>
            <a:ext cx="3593358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14B490-DEDA-F33A-F9B2-0AE24945E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4016" y="2682240"/>
            <a:ext cx="3582210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1554" y="1952624"/>
            <a:ext cx="3575120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1553" y="2682240"/>
            <a:ext cx="3575120" cy="3626483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ADE11266-A348-59EE-BC97-CD0F4FEA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21F62F-3B54-0E42-8AFB-EBC08EA5D715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6C8C9645-CF8F-B4DC-A308-EC68F383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6" name="Plassholder for lysbildenummer 15">
            <a:extLst>
              <a:ext uri="{FF2B5EF4-FFF2-40B4-BE49-F238E27FC236}">
                <a16:creationId xmlns:a16="http://schemas.microsoft.com/office/drawing/2014/main" id="{200AE5F9-1C2E-04BF-1A0A-2C503246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D3C7BFD-1BF8-0A49-36D6-509010B0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159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C740-A630-4442-9977-AD2D7D793CB7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19988604-B493-3FD9-9195-963708D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0214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9969859-2B5A-915B-2E94-B776F4A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ACAA-5F39-9249-80B2-917BDC718A2F}" type="datetime1">
              <a:rPr lang="nb-NO" smtClean="0"/>
              <a:t>05.05.2026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A734D31-9FD8-A723-F585-288B71A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583BFF6-52FA-DCA5-B37A-98E69BB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301DB44-273E-E161-2A2B-03149E3AE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29160"/>
            <a:ext cx="6005593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</p:spTree>
    <p:extLst>
      <p:ext uri="{BB962C8B-B14F-4D97-AF65-F5344CB8AC3E}">
        <p14:creationId xmlns:p14="http://schemas.microsoft.com/office/powerpoint/2010/main" val="664575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, maks bred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11A416E-05A1-B14E-C8B2-BA495489239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95325" y="1665288"/>
            <a:ext cx="11161713" cy="464343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330F-AE98-F741-8C9A-632A2F134DCC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6581D95-703C-10A9-C08A-8C056215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231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 figur eller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0">
            <a:extLst>
              <a:ext uri="{FF2B5EF4-FFF2-40B4-BE49-F238E27FC236}">
                <a16:creationId xmlns:a16="http://schemas.microsoft.com/office/drawing/2014/main" id="{DCCE9751-D797-3F9B-CB73-AAB947911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A3756F7-8588-54F7-F8C5-16861441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8" name="Tittel 7">
            <a:extLst>
              <a:ext uri="{FF2B5EF4-FFF2-40B4-BE49-F238E27FC236}">
                <a16:creationId xmlns:a16="http://schemas.microsoft.com/office/drawing/2014/main" id="{8A524A5A-3E5A-5BD3-F408-48835865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97888"/>
            <a:ext cx="5689626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6EEAD077-2144-0091-7319-C3583D2D32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2D02-6F39-5C40-A77B-F462C85A0336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8033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0D62D2AC-F204-5052-A344-37748CC26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79B6-F561-5B40-8A35-E8542372936F}" type="datetime1">
              <a:rPr lang="nb-NO" smtClean="0"/>
              <a:t>05.05.2026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6C509A6-A612-4A8B-066D-F3C084F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5400674" cy="1044575"/>
          </a:xfrm>
        </p:spPr>
        <p:txBody>
          <a:bodyPr r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3C3D7062-D60D-2C06-81F5-884FB615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23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ABFB-A43B-39B6-5C39-C65603B5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5400675" cy="1044575"/>
          </a:xfrm>
        </p:spPr>
        <p:txBody>
          <a:bodyPr rIns="3600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lassholder for bilde 14">
            <a:extLst>
              <a:ext uri="{FF2B5EF4-FFF2-40B4-BE49-F238E27FC236}">
                <a16:creationId xmlns:a16="http://schemas.microsoft.com/office/drawing/2014/main" id="{BD8F9827-3EF3-3D0A-255F-528EB364E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6D16768-56C7-1340-B787-3ABF6BC6BB4B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98A08ECE-605C-49AF-4ABC-1011EFDEF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5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6601-90BC-5A4F-A072-34692FF42E51}" type="datetime1">
              <a:rPr lang="nb-NO" smtClean="0"/>
              <a:t>05.05.2026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2147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E919-AB03-974F-884F-D75D3847DBE4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0687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liten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uide">
            <a:extLst>
              <a:ext uri="{FF2B5EF4-FFF2-40B4-BE49-F238E27FC236}">
                <a16:creationId xmlns:a16="http://schemas.microsoft.com/office/drawing/2014/main" id="{699A2402-4AD5-7C27-A860-2798A9BEE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13919" y="549275"/>
            <a:ext cx="12935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17" name="Bilde">
            <a:extLst>
              <a:ext uri="{FF2B5EF4-FFF2-40B4-BE49-F238E27FC236}">
                <a16:creationId xmlns:a16="http://schemas.microsoft.com/office/drawing/2014/main" id="{564D2DC8-0601-F2BC-389F-6617CEB9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Tekst">
            <a:extLst>
              <a:ext uri="{FF2B5EF4-FFF2-40B4-BE49-F238E27FC236}">
                <a16:creationId xmlns:a16="http://schemas.microsoft.com/office/drawing/2014/main" id="{80619626-4239-8766-8457-9BD604F81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588" y="620713"/>
            <a:ext cx="3240000" cy="3095625"/>
          </a:xfrm>
          <a:prstGeom prst="round1Rect">
            <a:avLst>
              <a:gd name="adj" fmla="val 13232"/>
            </a:avLst>
          </a:prstGeom>
          <a:solidFill>
            <a:schemeClr val="bg1"/>
          </a:solidFill>
        </p:spPr>
        <p:txBody>
          <a:bodyPr wrap="square" lIns="288000" tIns="720000" rIns="288000" bIns="288000">
            <a:noAutofit/>
          </a:bodyPr>
          <a:lstStyle>
            <a:lvl1pPr marL="0" indent="-270000">
              <a:lnSpc>
                <a:spcPct val="120000"/>
              </a:lnSpc>
              <a:spcBef>
                <a:spcPts val="500"/>
              </a:spcBef>
              <a:buNone/>
              <a:defRPr sz="1800"/>
            </a:lvl1pPr>
            <a:lvl2pPr marL="0" indent="-2700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Graphic">
            <a:extLst>
              <a:ext uri="{FF2B5EF4-FFF2-40B4-BE49-F238E27FC236}">
                <a16:creationId xmlns:a16="http://schemas.microsoft.com/office/drawing/2014/main" id="{52675333-694D-0924-A96E-4336D208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69111" y="927407"/>
            <a:ext cx="273600" cy="9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r">
              <a:buNone/>
              <a:defRPr sz="100">
                <a:solidFill>
                  <a:schemeClr val="accent1"/>
                </a:solidFill>
              </a:defRPr>
            </a:lvl1pPr>
            <a:lvl2pPr marL="275400" indent="0">
              <a:buNone/>
              <a:defRPr/>
            </a:lvl2pPr>
            <a:lvl3pPr marL="491400" indent="0">
              <a:buNone/>
              <a:defRPr/>
            </a:lvl3pPr>
            <a:lvl4pPr marL="707400" indent="0">
              <a:buNone/>
              <a:defRPr/>
            </a:lvl4pPr>
            <a:lvl5pPr marL="923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79B3-FEAD-1D43-94FA-C03DF327079F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82426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stor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F352013-EA5A-9DF7-ECA6-48E28A9F3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91E82-2792-D04C-A995-820EA7D913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1836" y="620712"/>
            <a:ext cx="4664751" cy="4059661"/>
          </a:xfrm>
          <a:prstGeom prst="round1Rect">
            <a:avLst>
              <a:gd name="adj" fmla="val 17649"/>
            </a:avLst>
          </a:prstGeom>
          <a:solidFill>
            <a:schemeClr val="bg1"/>
          </a:solidFill>
        </p:spPr>
        <p:txBody>
          <a:bodyPr lIns="360000" tIns="1080000" rIns="288000" bIns="288000">
            <a:norm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  <a:lvl2pPr marL="618300" indent="-342900">
              <a:buFont typeface="Arial" panose="020B0604020202020204" pitchFamily="34" charset="0"/>
              <a:buChar char="•"/>
              <a:defRPr sz="18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9859A-F13F-644E-5B05-EDEDB1F1C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82388" y="858777"/>
            <a:ext cx="12786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06F01F7-3339-FA99-42DD-C2DF02D3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346" y="1064315"/>
            <a:ext cx="1782000" cy="237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500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p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ktangel med ett avrundet hjørne 26">
            <a:extLst>
              <a:ext uri="{FF2B5EF4-FFF2-40B4-BE49-F238E27FC236}">
                <a16:creationId xmlns:a16="http://schemas.microsoft.com/office/drawing/2014/main" id="{57F1973D-87A7-31BA-5017-C2C9E3CA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" name="Rektangel med ett avrundet hjørne 29">
            <a:extLst>
              <a:ext uri="{FF2B5EF4-FFF2-40B4-BE49-F238E27FC236}">
                <a16:creationId xmlns:a16="http://schemas.microsoft.com/office/drawing/2014/main" id="{0C3E80C0-C4B1-95B1-AA3D-B059C4A9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med ett avrundet hjørne 32">
            <a:extLst>
              <a:ext uri="{FF2B5EF4-FFF2-40B4-BE49-F238E27FC236}">
                <a16:creationId xmlns:a16="http://schemas.microsoft.com/office/drawing/2014/main" id="{110BC27A-6FBD-D397-7A5E-0841EB5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med ett avrundet hjørne 35">
            <a:extLst>
              <a:ext uri="{FF2B5EF4-FFF2-40B4-BE49-F238E27FC236}">
                <a16:creationId xmlns:a16="http://schemas.microsoft.com/office/drawing/2014/main" id="{A6E8226A-22D1-57C5-927C-D2689E38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med ett avrundet hjørne 23">
            <a:extLst>
              <a:ext uri="{FF2B5EF4-FFF2-40B4-BE49-F238E27FC236}">
                <a16:creationId xmlns:a16="http://schemas.microsoft.com/office/drawing/2014/main" id="{A46BDC32-E732-2035-0CC8-37F80F217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1455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med ett avrundet hjørne 1">
            <a:extLst>
              <a:ext uri="{FF2B5EF4-FFF2-40B4-BE49-F238E27FC236}">
                <a16:creationId xmlns:a16="http://schemas.microsoft.com/office/drawing/2014/main" id="{7B97D543-633A-6552-C816-8F0F1340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F0FAF3CA-699C-8696-9D6C-E2384ED0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F29D663A-5C67-AD4F-41B3-AC2A4A9995CE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9532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832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9" name="Plassholder for tekst 15">
            <a:extLst>
              <a:ext uri="{FF2B5EF4-FFF2-40B4-BE49-F238E27FC236}">
                <a16:creationId xmlns:a16="http://schemas.microsoft.com/office/drawing/2014/main" id="{997E195F-8DE9-F78D-8F18-A6E182FDC6B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95324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38324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5" name="Plassholder for tekst 15">
            <a:extLst>
              <a:ext uri="{FF2B5EF4-FFF2-40B4-BE49-F238E27FC236}">
                <a16:creationId xmlns:a16="http://schemas.microsoft.com/office/drawing/2014/main" id="{DBA1CFA1-FA6C-8F96-D8D8-2D9DC7FF6FC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95324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38324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6" name="Plassholder for tekst 15">
            <a:extLst>
              <a:ext uri="{FF2B5EF4-FFF2-40B4-BE49-F238E27FC236}">
                <a16:creationId xmlns:a16="http://schemas.microsoft.com/office/drawing/2014/main" id="{EE1DA772-A280-4F5A-BD2C-39DD6DF4E94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657158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458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2" name="Plassholder for tekst 15">
            <a:extLst>
              <a:ext uri="{FF2B5EF4-FFF2-40B4-BE49-F238E27FC236}">
                <a16:creationId xmlns:a16="http://schemas.microsoft.com/office/drawing/2014/main" id="{8A437FEB-21C6-134C-5E1C-7E929033D20D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6578673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21673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8" name="Plassholder for tekst 15">
            <a:extLst>
              <a:ext uri="{FF2B5EF4-FFF2-40B4-BE49-F238E27FC236}">
                <a16:creationId xmlns:a16="http://schemas.microsoft.com/office/drawing/2014/main" id="{0D7A17EC-6223-04C9-0860-2C38C438F067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578673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821673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7A3C-63FD-524A-8E9D-1DF035FE335C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318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E08352A1-88C0-5E8C-2138-B508E1591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2149" y="1857478"/>
            <a:ext cx="10807001" cy="4463270"/>
            <a:chOff x="692149" y="1857478"/>
            <a:chExt cx="10807001" cy="4463270"/>
          </a:xfrm>
        </p:grpSpPr>
        <p:cxnSp>
          <p:nvCxnSpPr>
            <p:cNvPr id="6" name="Rett linje 63">
              <a:extLst>
                <a:ext uri="{FF2B5EF4-FFF2-40B4-BE49-F238E27FC236}">
                  <a16:creationId xmlns:a16="http://schemas.microsoft.com/office/drawing/2014/main" id="{7C5DB0C2-D68A-F349-7331-C973E6728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096000" y="1867548"/>
              <a:ext cx="0" cy="445320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tt linje 63">
              <a:extLst>
                <a:ext uri="{FF2B5EF4-FFF2-40B4-BE49-F238E27FC236}">
                  <a16:creationId xmlns:a16="http://schemas.microsoft.com/office/drawing/2014/main" id="{22EFB831-8E31-F061-973A-1649A97C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149" y="1857478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63">
              <a:extLst>
                <a:ext uri="{FF2B5EF4-FFF2-40B4-BE49-F238E27FC236}">
                  <a16:creationId xmlns:a16="http://schemas.microsoft.com/office/drawing/2014/main" id="{03A730AD-F9D3-5EAC-C952-815ACC25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3341311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63">
              <a:extLst>
                <a:ext uri="{FF2B5EF4-FFF2-40B4-BE49-F238E27FC236}">
                  <a16:creationId xmlns:a16="http://schemas.microsoft.com/office/drawing/2014/main" id="{97D6C36A-4CD6-DEEE-921E-F5E16C14D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4825144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60ED2AE-977F-6449-9141-8BD8106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21" name="Plassholder for bilde 20">
            <a:extLst>
              <a:ext uri="{FF2B5EF4-FFF2-40B4-BE49-F238E27FC236}">
                <a16:creationId xmlns:a16="http://schemas.microsoft.com/office/drawing/2014/main" id="{A82E6AC2-6F25-A2A3-6CB4-36C7C2FB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2149" y="1994638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8288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2" name="Plassholder for bilde 20">
            <a:extLst>
              <a:ext uri="{FF2B5EF4-FFF2-40B4-BE49-F238E27FC236}">
                <a16:creationId xmlns:a16="http://schemas.microsoft.com/office/drawing/2014/main" id="{E880C591-49FA-A4B7-1314-2F8ED4F3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92149" y="3478471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828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3" name="Plassholder for bilde 20">
            <a:extLst>
              <a:ext uri="{FF2B5EF4-FFF2-40B4-BE49-F238E27FC236}">
                <a16:creationId xmlns:a16="http://schemas.microsoft.com/office/drawing/2014/main" id="{42793EC4-7310-EB6F-1920-C87E7CFE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92149" y="4962304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5828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9" name="Plassholder for bilde 20">
            <a:extLst>
              <a:ext uri="{FF2B5EF4-FFF2-40B4-BE49-F238E27FC236}">
                <a16:creationId xmlns:a16="http://schemas.microsoft.com/office/drawing/2014/main" id="{7F97DC73-3E9C-05A1-343B-19AF324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348670" y="1994638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717339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0" name="Plassholder for bilde 20">
            <a:extLst>
              <a:ext uri="{FF2B5EF4-FFF2-40B4-BE49-F238E27FC236}">
                <a16:creationId xmlns:a16="http://schemas.microsoft.com/office/drawing/2014/main" id="{E967C2DD-340A-97E2-5EA9-A2BE5BCB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348670" y="3478471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2442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1" name="Plassholder for bilde 20">
            <a:extLst>
              <a:ext uri="{FF2B5EF4-FFF2-40B4-BE49-F238E27FC236}">
                <a16:creationId xmlns:a16="http://schemas.microsoft.com/office/drawing/2014/main" id="{2BE01866-2F5C-245D-5511-23E6F2F6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48670" y="4962304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72442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09D-BC36-3D41-810D-4218B27E140A}" type="datetime1">
              <a:rPr lang="nb-NO" smtClean="0"/>
              <a:t>05.05.2026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51695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Logo Helsedirektoratet">
            <a:extLst>
              <a:ext uri="{FF2B5EF4-FFF2-40B4-BE49-F238E27FC236}">
                <a16:creationId xmlns:a16="http://schemas.microsoft.com/office/drawing/2014/main" id="{8E204606-017A-D877-E2B6-991EDDD9F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934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22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4EDEB077-60A6-8E65-2A18-5B3E14718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8000" cy="5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of Rectangle 10">
            <a:extLst>
              <a:ext uri="{FF2B5EF4-FFF2-40B4-BE49-F238E27FC236}">
                <a16:creationId xmlns:a16="http://schemas.microsoft.com/office/drawing/2014/main" id="{077A94D6-BECE-8552-A3E8-6334DF9F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F321F365-1F59-1477-7A2C-4F42DECC6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377E-9BCD-9C71-7D7B-E651B21F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9721850" cy="10445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0BB8E-72F1-6DCB-E97A-20087088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5"/>
            <a:ext cx="9721850" cy="4163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EE82-67D0-8500-8B50-44E3E88A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5725" y="6460962"/>
            <a:ext cx="144145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615CD096-5B77-454C-A5B6-D006E652560D}" type="datetime1">
              <a:rPr lang="nb-NO" smtClean="0"/>
              <a:pPr/>
              <a:t>05.05.2026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9AC1F-52BA-7486-B3F5-084EE7EC2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60962"/>
            <a:ext cx="720090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9266-D53E-DABB-1517-5C48E7C9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174" y="6460962"/>
            <a:ext cx="1441449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1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85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27" r:id="rId2"/>
    <p:sldLayoutId id="2147483686" r:id="rId3"/>
    <p:sldLayoutId id="2147483723" r:id="rId4"/>
    <p:sldLayoutId id="2147483690" r:id="rId5"/>
    <p:sldLayoutId id="2147483722" r:id="rId6"/>
    <p:sldLayoutId id="2147483652" r:id="rId7"/>
    <p:sldLayoutId id="2147483653" r:id="rId8"/>
    <p:sldLayoutId id="2147483662" r:id="rId9"/>
    <p:sldLayoutId id="2147483663" r:id="rId10"/>
    <p:sldLayoutId id="2147483693" r:id="rId11"/>
    <p:sldLayoutId id="2147483726" r:id="rId12"/>
    <p:sldLayoutId id="2147483694" r:id="rId13"/>
    <p:sldLayoutId id="2147483696" r:id="rId14"/>
    <p:sldLayoutId id="2147483664" r:id="rId15"/>
    <p:sldLayoutId id="2147483673" r:id="rId16"/>
    <p:sldLayoutId id="2147483668" r:id="rId17"/>
    <p:sldLayoutId id="2147483724" r:id="rId18"/>
    <p:sldLayoutId id="2147483675" r:id="rId19"/>
    <p:sldLayoutId id="2147483676" r:id="rId20"/>
    <p:sldLayoutId id="2147483698" r:id="rId21"/>
    <p:sldLayoutId id="2147483699" r:id="rId22"/>
    <p:sldLayoutId id="2147483695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504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20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93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152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1572" userDrawn="1">
          <p15:clr>
            <a:srgbClr val="F26B43"/>
          </p15:clr>
        </p15:guide>
        <p15:guide id="8" pos="5654" userDrawn="1">
          <p15:clr>
            <a:srgbClr val="F26B43"/>
          </p15:clr>
        </p15:guide>
        <p15:guide id="9" pos="1118" userDrawn="1">
          <p15:clr>
            <a:srgbClr val="9FCC3B"/>
          </p15:clr>
        </p15:guide>
        <p15:guide id="10" pos="3386" userDrawn="1">
          <p15:clr>
            <a:srgbClr val="F26B43"/>
          </p15:clr>
        </p15:guide>
        <p15:guide id="11" pos="6562" userDrawn="1">
          <p15:clr>
            <a:srgbClr val="9FCC3B"/>
          </p15:clr>
        </p15:guide>
        <p15:guide id="12" pos="4747" userDrawn="1">
          <p15:clr>
            <a:srgbClr val="F26B43"/>
          </p15:clr>
        </p15:guide>
        <p15:guide id="13" pos="665" userDrawn="1">
          <p15:clr>
            <a:srgbClr val="F26B43"/>
          </p15:clr>
        </p15:guide>
        <p15:guide id="14" pos="6992" userDrawn="1">
          <p15:clr>
            <a:srgbClr val="F26B43"/>
          </p15:clr>
        </p15:guide>
        <p15:guide id="15" pos="6108" userDrawn="1">
          <p15:clr>
            <a:srgbClr val="F26B43"/>
          </p15:clr>
        </p15:guide>
        <p15:guide id="16" pos="5201" userDrawn="1">
          <p15:clr>
            <a:srgbClr val="F26B43"/>
          </p15:clr>
        </p15:guide>
        <p15:guide id="17" pos="4294" userDrawn="1">
          <p15:clr>
            <a:srgbClr val="F26B43"/>
          </p15:clr>
        </p15:guide>
        <p15:guide id="18" pos="2933" userDrawn="1">
          <p15:clr>
            <a:srgbClr val="F26B43"/>
          </p15:clr>
        </p15:guide>
        <p15:guide id="19" pos="2479" userDrawn="1">
          <p15:clr>
            <a:srgbClr val="F26B43"/>
          </p15:clr>
        </p15:guide>
        <p15:guide id="20" pos="2026" userDrawn="1">
          <p15:clr>
            <a:srgbClr val="F26B43"/>
          </p15:clr>
        </p15:guide>
        <p15:guide id="21" pos="438" userDrawn="1">
          <p15:clr>
            <a:srgbClr val="F26B43"/>
          </p15:clr>
        </p15:guide>
        <p15:guide id="22" pos="7242" userDrawn="1">
          <p15:clr>
            <a:srgbClr val="F26B43"/>
          </p15:clr>
        </p15:guide>
        <p15:guide id="23" orient="horz" pos="210" userDrawn="1">
          <p15:clr>
            <a:srgbClr val="F26B43"/>
          </p15:clr>
        </p15:guide>
        <p15:guide id="24" orient="horz" pos="4110" userDrawn="1">
          <p15:clr>
            <a:srgbClr val="F26B43"/>
          </p15:clr>
        </p15:guide>
        <p15:guide id="25" orient="horz" pos="1230" userDrawn="1">
          <p15:clr>
            <a:srgbClr val="F26B43"/>
          </p15:clr>
        </p15:guide>
        <p15:guide id="26" orient="horz" pos="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F807F9-2F21-A9DB-AF65-B7AC31D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KI-klare data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09855EA-F814-0AE5-C63F-6D97E1E696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b-NO" dirty="0"/>
              <a:t>Mot en felles definisjon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22F3722-84EB-DA75-8CC8-5EDA693478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b-NO" dirty="0"/>
              <a:t>Team kunnskapsforvaltning - KI-tjenester for målrettede helseråd</a:t>
            </a:r>
          </a:p>
        </p:txBody>
      </p:sp>
    </p:spTree>
    <p:extLst>
      <p:ext uri="{BB962C8B-B14F-4D97-AF65-F5344CB8AC3E}">
        <p14:creationId xmlns:p14="http://schemas.microsoft.com/office/powerpoint/2010/main" val="12179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DAA008-E1A0-0286-1ADB-AEFB2035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Hvorfor en ny definisjon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93604-4E0B-8FB1-174E-6347E301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nb-NO" sz="1600" b="1" dirty="0"/>
              <a:t>Dagens definisjon (Satsingsforslaget)</a:t>
            </a:r>
          </a:p>
          <a:p>
            <a:pPr>
              <a:buNone/>
            </a:pPr>
            <a:r>
              <a:rPr lang="nb-NO" sz="1400" i="1" dirty="0"/>
              <a:t>“KI-klare data innebærer at data samles inn og vurderes som relevante for formålet, at kunnskapen oppsummeres, kvalitetssikres, bearbeides og gjøres tilgjengelig for KI-modeller og -systemer.”</a:t>
            </a:r>
          </a:p>
          <a:p>
            <a:pPr>
              <a:buNone/>
            </a:pPr>
            <a:endParaRPr lang="nb-NO" sz="1200" dirty="0"/>
          </a:p>
          <a:p>
            <a:pPr>
              <a:buNone/>
            </a:pPr>
            <a:r>
              <a:rPr lang="nb-NO" sz="1600" b="1" dirty="0"/>
              <a:t>Utfordringen med dagens definisjon:</a:t>
            </a:r>
          </a:p>
          <a:p>
            <a:pPr marL="342900" indent="-342900">
              <a:buChar char="→"/>
            </a:pPr>
            <a:r>
              <a:rPr lang="nb-NO" sz="1400" b="1" dirty="0"/>
              <a:t>Prosessorientert: </a:t>
            </a:r>
            <a:r>
              <a:rPr lang="nb-NO" sz="1400" dirty="0"/>
              <a:t>beskriver aktiviteter, ikke hva som oppnås</a:t>
            </a:r>
          </a:p>
          <a:p>
            <a:pPr marL="342900" indent="-342900">
              <a:buChar char="→"/>
            </a:pPr>
            <a:r>
              <a:rPr lang="nb-NO" sz="1400" b="1" dirty="0"/>
              <a:t>Formålet uklart: </a:t>
            </a:r>
            <a:r>
              <a:rPr lang="nb-NO" sz="1400" dirty="0"/>
              <a:t>hva betyr egentlig “tilgjengelig”?</a:t>
            </a:r>
          </a:p>
          <a:p>
            <a:pPr>
              <a:buNone/>
            </a:pPr>
            <a:endParaRPr lang="nb-NO" sz="1200" dirty="0"/>
          </a:p>
          <a:p>
            <a:pPr>
              <a:buNone/>
            </a:pPr>
            <a:r>
              <a:rPr lang="nb-NO" sz="1600" b="1" dirty="0"/>
              <a:t>Spørsmål vi må finne svar på:</a:t>
            </a:r>
          </a:p>
          <a:p>
            <a:pPr>
              <a:buNone/>
            </a:pPr>
            <a:r>
              <a:rPr lang="nb-NO" sz="1500" dirty="0"/>
              <a:t>Klare for hvem? For hva? På hvilken måte?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094966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DAA008-E1A0-0286-1ADB-AEFB20355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skal dataene være klare for?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93604-4E0B-8FB1-174E-6347E3018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b-NO" b="1" dirty="0"/>
              <a:t>Formidling av relevant kunnskap til innbyggere og helsepersonell.</a:t>
            </a:r>
          </a:p>
          <a:p>
            <a:pPr>
              <a:buNone/>
            </a:pPr>
            <a:r>
              <a:rPr lang="nb-NO" sz="1600" b="1" dirty="0"/>
              <a:t>Målet er én konkret kjede</a:t>
            </a:r>
          </a:p>
          <a:p>
            <a:pPr>
              <a:buNone/>
            </a:pPr>
            <a:r>
              <a:rPr lang="nb-NO" sz="1500" dirty="0"/>
              <a:t>Datakilde  →  </a:t>
            </a:r>
            <a:r>
              <a:rPr lang="nb-NO" sz="1500" b="1" dirty="0"/>
              <a:t>KI-tjenesten</a:t>
            </a:r>
            <a:r>
              <a:rPr lang="nb-NO" sz="1500" dirty="0"/>
              <a:t>  →  brukerens kvalitetssikrede svar</a:t>
            </a:r>
          </a:p>
          <a:p>
            <a:pPr>
              <a:buNone/>
            </a:pPr>
            <a:endParaRPr lang="nb-NO" sz="1200" dirty="0"/>
          </a:p>
          <a:p>
            <a:pPr>
              <a:buNone/>
            </a:pPr>
            <a:r>
              <a:rPr lang="nb-NO" sz="1600" b="1" dirty="0"/>
              <a:t>“Klar” betyr at tjenesten kan gjøre tre ting</a:t>
            </a:r>
          </a:p>
          <a:p>
            <a:pPr marL="342900" indent="-342900">
              <a:buChar char="→"/>
            </a:pPr>
            <a:r>
              <a:rPr lang="nb-NO" sz="1400" b="1" dirty="0"/>
              <a:t>Finne: </a:t>
            </a:r>
            <a:r>
              <a:rPr lang="nb-NO" sz="1400" dirty="0"/>
              <a:t>lokalisere riktig kilde for brukerens spørsmål</a:t>
            </a:r>
          </a:p>
          <a:p>
            <a:pPr marL="342900" indent="-342900">
              <a:buChar char="→"/>
            </a:pPr>
            <a:r>
              <a:rPr lang="nb-NO" sz="1400" b="1" dirty="0"/>
              <a:t>Hente: </a:t>
            </a:r>
            <a:r>
              <a:rPr lang="nb-NO" sz="1400" dirty="0"/>
              <a:t>aksessere innholdet i maskinlesbar og strukturert form</a:t>
            </a:r>
          </a:p>
          <a:p>
            <a:pPr marL="342900" indent="-342900">
              <a:buChar char="→"/>
            </a:pPr>
            <a:r>
              <a:rPr lang="nb-NO" sz="1400" b="1" dirty="0"/>
              <a:t>Anvende: </a:t>
            </a:r>
            <a:r>
              <a:rPr lang="nb-NO" sz="1400" dirty="0"/>
              <a:t>bruke innholdet til å gi brukeren et etterprøvbart svar</a:t>
            </a:r>
          </a:p>
          <a:p>
            <a:pPr>
              <a:buNone/>
            </a:pPr>
            <a:endParaRPr lang="nb-NO" sz="1200" dirty="0"/>
          </a:p>
          <a:p>
            <a:pPr>
              <a:buNone/>
            </a:pPr>
            <a:r>
              <a:rPr lang="nb-NO" sz="1600" b="1" dirty="0"/>
              <a:t>Ikke bare data, men data som når frem</a:t>
            </a:r>
          </a:p>
          <a:p>
            <a:pPr marL="342900" indent="-342900">
              <a:buChar char="→"/>
            </a:pPr>
            <a:r>
              <a:rPr lang="nb-NO" sz="1400" dirty="0"/>
              <a:t>“KI-klar” er ikke en abstrakt egenskap ved dataene, det er evnen til å nå frem til tjenesten i en form den kan jobbe med</a:t>
            </a:r>
          </a:p>
        </p:txBody>
      </p:sp>
    </p:spTree>
    <p:extLst>
      <p:ext uri="{BB962C8B-B14F-4D97-AF65-F5344CB8AC3E}">
        <p14:creationId xmlns:p14="http://schemas.microsoft.com/office/powerpoint/2010/main" val="309496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9AF4-AC0B-36E4-616E-476E2AC9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Forslag til definisjon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226D-67DF-66D5-A722-B4A5F1758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nb-NO" sz="1300" dirty="0"/>
              <a:t>KI-klare data er informasjon som er klargjort, beskrevet og tilgjengeliggjort på en måte som gjør at en </a:t>
            </a:r>
            <a:r>
              <a:rPr lang="nb-NO" sz="1300" b="1" dirty="0"/>
              <a:t>konsumerende tjeneste</a:t>
            </a:r>
            <a:r>
              <a:rPr lang="nb-NO" sz="1300" dirty="0"/>
              <a:t> effektivt kan finne, hente og anvende den i sitt arbeid med å gi brukerne </a:t>
            </a:r>
            <a:r>
              <a:rPr lang="nb-NO" sz="1300" b="1" dirty="0"/>
              <a:t>kvalitetssikrede svar</a:t>
            </a:r>
            <a:r>
              <a:rPr lang="nb-NO" sz="1300" dirty="0"/>
              <a:t>.</a:t>
            </a:r>
          </a:p>
          <a:p>
            <a:pPr>
              <a:buNone/>
            </a:pPr>
            <a:endParaRPr lang="nb-NO" sz="600" dirty="0"/>
          </a:p>
          <a:p>
            <a:pPr>
              <a:buNone/>
            </a:pPr>
            <a:r>
              <a:rPr lang="nb-NO" sz="1400" b="1" dirty="0"/>
              <a:t>Tre </a:t>
            </a:r>
            <a:r>
              <a:rPr lang="nb-NO" sz="1400" b="1"/>
              <a:t>bevisste valg</a:t>
            </a:r>
            <a:endParaRPr lang="nb-NO" sz="1400" b="1" dirty="0"/>
          </a:p>
          <a:p>
            <a:pPr marL="342900" indent="-342900">
              <a:buChar char="→"/>
            </a:pPr>
            <a:r>
              <a:rPr lang="nb-NO" sz="1300" b="1" i="1" dirty="0"/>
              <a:t>“Konsumerende tjeneste”</a:t>
            </a:r>
            <a:r>
              <a:rPr lang="nb-NO" sz="1300" dirty="0"/>
              <a:t> – I dag er dette </a:t>
            </a:r>
            <a:r>
              <a:rPr lang="nb-NO" sz="1300" dirty="0" err="1"/>
              <a:t>språkmodeler</a:t>
            </a:r>
            <a:r>
              <a:rPr lang="nb-NO" sz="1300" dirty="0"/>
              <a:t>, men på sikt teknologi-agnostisk: dekker LLM-er, regelbaserte systemer og fremtidige teknologier</a:t>
            </a:r>
          </a:p>
          <a:p>
            <a:pPr marL="342900" indent="-342900">
              <a:buChar char="→"/>
            </a:pPr>
            <a:r>
              <a:rPr lang="nb-NO" sz="1300" b="1" i="1" dirty="0"/>
              <a:t>“Effektivt”</a:t>
            </a:r>
            <a:r>
              <a:rPr lang="nb-NO" sz="1300" dirty="0"/>
              <a:t> – faglig og teknisk: relevant kontekst uten støy, god ytelse</a:t>
            </a:r>
          </a:p>
          <a:p>
            <a:pPr marL="342900" indent="-342900">
              <a:buChar char="→"/>
            </a:pPr>
            <a:r>
              <a:rPr lang="nb-NO" sz="1300" b="1" i="1" dirty="0"/>
              <a:t>“Kvalitetssikrede svar”</a:t>
            </a:r>
            <a:r>
              <a:rPr lang="nb-NO" sz="1300" dirty="0"/>
              <a:t> – knytter definisjonen til formålet, ikke abstrakte dataegenskaper</a:t>
            </a:r>
          </a:p>
          <a:p>
            <a:pPr>
              <a:buNone/>
            </a:pPr>
            <a:endParaRPr lang="nb-NO" sz="600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7CFFB-18C3-0DCD-09F2-31657577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728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3475-3D40-C366-5454-284F12C4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kan dette bety i praksis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451BB-E436-4BD9-118F-FAE4C19A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b-NO" b="1" dirty="0"/>
              <a:t>Fire lag for klargjøring</a:t>
            </a:r>
          </a:p>
          <a:p>
            <a:pPr marL="342900" indent="-342900">
              <a:buChar char="→"/>
            </a:pPr>
            <a:r>
              <a:rPr lang="nb-NO" b="1" dirty="0"/>
              <a:t>Lag 1 – Klart til å brukes</a:t>
            </a:r>
            <a:r>
              <a:rPr lang="nb-NO" dirty="0"/>
              <a:t> (faglig/juridisk egnethet (Kunnskap av høy kvalitet, Klinisk kontekst og prioritering))</a:t>
            </a:r>
          </a:p>
          <a:p>
            <a:pPr marL="342900" indent="-342900">
              <a:buChar char="→"/>
            </a:pPr>
            <a:r>
              <a:rPr lang="nb-NO" b="1" dirty="0"/>
              <a:t>Lag 2 – Klart til å finnes</a:t>
            </a:r>
            <a:r>
              <a:rPr lang="nb-NO" dirty="0"/>
              <a:t> (</a:t>
            </a:r>
            <a:r>
              <a:rPr lang="nb-NO" dirty="0" err="1"/>
              <a:t>oppdagbarhet</a:t>
            </a:r>
            <a:r>
              <a:rPr lang="nb-NO" dirty="0"/>
              <a:t> og metadata)</a:t>
            </a:r>
          </a:p>
          <a:p>
            <a:pPr marL="342900" indent="-342900">
              <a:buChar char="→"/>
            </a:pPr>
            <a:r>
              <a:rPr lang="nb-NO" b="1" dirty="0"/>
              <a:t>Lag 3 – Klart til å konsumeres</a:t>
            </a:r>
            <a:r>
              <a:rPr lang="nb-NO" dirty="0"/>
              <a:t> (format og kontekst)</a:t>
            </a:r>
          </a:p>
          <a:p>
            <a:pPr marL="342900" indent="-342900">
              <a:buChar char="→"/>
            </a:pPr>
            <a:r>
              <a:rPr lang="nb-NO" b="1" dirty="0"/>
              <a:t>Lag 4 – Klart for transparens </a:t>
            </a:r>
            <a:r>
              <a:rPr lang="nb-NO" dirty="0"/>
              <a:t>(forklarbarhet, etterprøvbarhet og AI </a:t>
            </a:r>
            <a:r>
              <a:rPr lang="nb-NO" dirty="0" err="1"/>
              <a:t>Act-compliance</a:t>
            </a:r>
            <a:r>
              <a:rPr lang="nb-NO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BBA61-AD44-B3EA-B223-1E43B75EA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710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9A4A-0021-CE2E-7454-86F563EE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nb-NO" sz="3600" b="1" kern="1200" baseline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Lag 1 – Klart til å brukes </a:t>
            </a:r>
            <a:endParaRPr lang="en-US" sz="3600" dirty="0">
              <a:effectLst/>
            </a:endParaRPr>
          </a:p>
          <a:p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B7D3-A24A-A637-F887-1923A0FA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Hva må vi gjøre for å sikre at data/informasjonen er faglig og juridisk egnet til bruk i en KI-sammenheng?</a:t>
            </a:r>
          </a:p>
          <a:p>
            <a:r>
              <a:rPr lang="nb-NO" dirty="0"/>
              <a:t>Er det kunnskap av høy kvalitet, som har klinisk kontekst og prioritering?</a:t>
            </a:r>
          </a:p>
          <a:p>
            <a:r>
              <a:rPr lang="nb-NO" dirty="0"/>
              <a:t>Har vi rett til å bruke informasjonen i en KI-sammenheng</a:t>
            </a:r>
          </a:p>
          <a:p>
            <a:r>
              <a:rPr lang="nb-NO" dirty="0"/>
              <a:t> </a:t>
            </a:r>
          </a:p>
          <a:p>
            <a:r>
              <a:rPr lang="nb-NO" dirty="0"/>
              <a:t> 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CA826-4C9A-D124-8D8A-4CED8D74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524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A6C1-EC3D-87F5-20BF-A487DA39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nb-NO" sz="3600" b="1" kern="1200" baseline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Lag 2 – Klart til å finnes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5DDE-D914-DA85-1D68-ADDAA9ADA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Er informasjonen teknisk tilgjengelig for for KI-tjenestene?</a:t>
            </a:r>
          </a:p>
          <a:p>
            <a:r>
              <a:rPr lang="nb-NO" dirty="0"/>
              <a:t>Er metainformasjon om informasjonen tilgjengelig?</a:t>
            </a:r>
          </a:p>
          <a:p>
            <a:r>
              <a:rPr lang="nb-NO" dirty="0"/>
              <a:t>Er metainformasjonen relevant for KI-tjenestene?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354C9-FDCB-5808-8315-982D901F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1865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E60F3-4A03-02C6-E83D-BABF4431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nb-NO" sz="3600" b="1" kern="1200" baseline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Lag 3 – Klart til å konsumeres (format og kontekst)</a:t>
            </a:r>
            <a:endParaRPr lang="en-US" dirty="0">
              <a:effectLst/>
            </a:endParaRPr>
          </a:p>
          <a:p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BB33-A7AC-5AB0-A61A-440A23F2F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Er det tydelig i hvilke kontekst denne informasjonen skal forstås</a:t>
            </a:r>
          </a:p>
          <a:p>
            <a:r>
              <a:rPr lang="nb-NO" dirty="0"/>
              <a:t>Er informasjonen formatert på en måte som gjør det lett for KI-tjenesten å konsumere og behandle den?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AFD19-0211-989F-2D37-438944280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0585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A3D26-88E5-9690-3710-7EAD581A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nb-NO" sz="3600" b="1" kern="1200" baseline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Lag 4 – Klart for transparens 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D799-0277-DD16-5DB0-9BDB2FF0E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Er proveniensen til informasjonen tilgjengelig?</a:t>
            </a:r>
          </a:p>
          <a:p>
            <a:r>
              <a:rPr lang="nb-NO" dirty="0"/>
              <a:t>Er eierskap og kvalitet tydelig og kjent?</a:t>
            </a:r>
          </a:p>
          <a:p>
            <a:r>
              <a:rPr lang="nb-NO" dirty="0"/>
              <a:t>Er det mulig å spore informasjonen fra KI-tjenesten og så gjennom hele verdikjeden?</a:t>
            </a: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70B22-9A53-33C2-5BAE-0D1C53D0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0250356"/>
      </p:ext>
    </p:extLst>
  </p:cSld>
  <p:clrMapOvr>
    <a:masterClrMapping/>
  </p:clrMapOvr>
</p:sld>
</file>

<file path=ppt/theme/theme1.xml><?xml version="1.0" encoding="utf-8"?>
<a:theme xmlns:a="http://schemas.openxmlformats.org/drawingml/2006/main" name="Helsedir 2024">
  <a:themeElements>
    <a:clrScheme name="Hdir-2024">
      <a:dk1>
        <a:srgbClr val="202020"/>
      </a:dk1>
      <a:lt1>
        <a:srgbClr val="FFFFFF"/>
      </a:lt1>
      <a:dk2>
        <a:srgbClr val="504F4F"/>
      </a:dk2>
      <a:lt2>
        <a:srgbClr val="F0F5FF"/>
      </a:lt2>
      <a:accent1>
        <a:srgbClr val="025069"/>
      </a:accent1>
      <a:accent2>
        <a:srgbClr val="037FA2"/>
      </a:accent2>
      <a:accent3>
        <a:srgbClr val="0069E7"/>
      </a:accent3>
      <a:accent4>
        <a:srgbClr val="7C145C"/>
      </a:accent4>
      <a:accent5>
        <a:srgbClr val="366558"/>
      </a:accent5>
      <a:accent6>
        <a:srgbClr val="94DBC9"/>
      </a:accent6>
      <a:hlink>
        <a:srgbClr val="0069E7"/>
      </a:hlink>
      <a:folHlink>
        <a:srgbClr val="0069E7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l_NY versjon[67]  -  Skrivebeskyttet" id="{E5D2225B-CF60-724E-8634-BB3EBE7027E6}" vid="{44B68484-C258-6D40-9A3E-4450326D5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D05E13A0CAE4FAEB0483BDB291AAE" ma:contentTypeVersion="10" ma:contentTypeDescription="Create a new document." ma:contentTypeScope="" ma:versionID="79aea1d05ac3e5b98de28b9e06920632">
  <xsd:schema xmlns:xsd="http://www.w3.org/2001/XMLSchema" xmlns:xs="http://www.w3.org/2001/XMLSchema" xmlns:p="http://schemas.microsoft.com/office/2006/metadata/properties" xmlns:ns2="1063c122-4bbe-4826-b48d-9d0fb0a65790" xmlns:ns3="6f2d6c3d-a81e-4dca-8790-2d5b1d74c7c5" targetNamespace="http://schemas.microsoft.com/office/2006/metadata/properties" ma:root="true" ma:fieldsID="41760dbbac4dbb66fef1edba5d3279e3" ns2:_="" ns3:_="">
    <xsd:import namespace="1063c122-4bbe-4826-b48d-9d0fb0a65790"/>
    <xsd:import namespace="6f2d6c3d-a81e-4dca-8790-2d5b1d74c7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3c122-4bbe-4826-b48d-9d0fb0a6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d6c3d-a81e-4dca-8790-2d5b1d74c7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04ea7e-7ecf-4376-a85b-280f98472f3a}" ma:internalName="TaxCatchAll" ma:showField="CatchAllData" ma:web="6f2d6c3d-a81e-4dca-8790-2d5b1d74c7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63c122-4bbe-4826-b48d-9d0fb0a65790">
      <Terms xmlns="http://schemas.microsoft.com/office/infopath/2007/PartnerControls"/>
    </lcf76f155ced4ddcb4097134ff3c332f>
    <TaxCatchAll xmlns="6f2d6c3d-a81e-4dca-8790-2d5b1d74c7c5" xsi:nil="true"/>
  </documentManagement>
</p:properties>
</file>

<file path=customXml/itemProps1.xml><?xml version="1.0" encoding="utf-8"?>
<ds:datastoreItem xmlns:ds="http://schemas.openxmlformats.org/officeDocument/2006/customXml" ds:itemID="{B4D5A40D-138C-41DD-97D3-2DAF3C473C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63c122-4bbe-4826-b48d-9d0fb0a65790"/>
    <ds:schemaRef ds:uri="6f2d6c3d-a81e-4dca-8790-2d5b1d74c7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58C70EF-4204-48CC-9705-9783C12D2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DE6656-7D40-49FF-8310-EF271454CE17}">
  <ds:schemaRefs>
    <ds:schemaRef ds:uri="http://purl.org/dc/elements/1.1/"/>
    <ds:schemaRef ds:uri="http://purl.org/dc/terms/"/>
    <ds:schemaRef ds:uri="http://purl.org/dc/dcmitype/"/>
    <ds:schemaRef ds:uri="1063c122-4bbe-4826-b48d-9d0fb0a65790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6f2d6c3d-a81e-4dca-8790-2d5b1d74c7c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Helsedir 2024</Template>
  <TotalTime>4442</TotalTime>
  <Words>533</Words>
  <Application>Microsoft Macintosh PowerPoint</Application>
  <PresentationFormat>Widescreen</PresentationFormat>
  <Paragraphs>69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Roboto</vt:lpstr>
      <vt:lpstr>Roboto Light</vt:lpstr>
      <vt:lpstr>Helsedir 2024</vt:lpstr>
      <vt:lpstr>KI-klare data</vt:lpstr>
      <vt:lpstr>Hvorfor en ny definisjon</vt:lpstr>
      <vt:lpstr>Hva skal dataene være klare for?</vt:lpstr>
      <vt:lpstr>Forslag til definisjon</vt:lpstr>
      <vt:lpstr>Hva kan dette bety i praksis</vt:lpstr>
      <vt:lpstr>Lag 1 – Klart til å brukes  </vt:lpstr>
      <vt:lpstr>Lag 2 – Klart til å finnes</vt:lpstr>
      <vt:lpstr>Lag 3 – Klart til å konsumeres (format og kontekst) </vt:lpstr>
      <vt:lpstr>Lag 4 – Klart for transparens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GEIR KRISTIAN HANSEN</dc:creator>
  <cp:lastModifiedBy>GEIR KRISTIAN HANSEN</cp:lastModifiedBy>
  <cp:revision>1</cp:revision>
  <dcterms:created xsi:type="dcterms:W3CDTF">2026-05-04T08:12:49Z</dcterms:created>
  <dcterms:modified xsi:type="dcterms:W3CDTF">2026-05-08T08:31:28Z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0x010100751D05E13A0CAE4FAEB0483BDB291AAE</vt:lpwstr>
  </property>
  <property fmtid="{D5CDD505-2E9C-101B-9397-08002B2CF9AE}" pid="3" name="MediaServiceImageTags">
    <vt:lpwstr/>
  </property>
</Properties>
</file>